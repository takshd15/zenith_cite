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256032" cy="256032"/>
          </a:xfrm>
          <a:prstGeom prst="roundRect">
            <a:avLst>
              <a:gd name="adj" fmla="val 16000"/>
            </a:avLst>
          </a:prstGeom>
          <a:solidFill>
            <a:srgbClr val="14172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960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zenith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Partnership Proposal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cited.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9436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found when your customers ask AI for a recommendation.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5120640"/>
            <a:ext cx="5943600" cy="0"/>
          </a:xfrm>
          <a:prstGeom prst="line">
            <a:avLst/>
          </a:prstGeom>
          <a:noFill/>
          <a:ln w="9525">
            <a:solidFill>
              <a:srgbClr val="14172B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5303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2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[Client / Business Name]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Name], Founder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HAS SPLIT IN TWO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customers are already asking AI.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Perplexity, Gemini, and Google's AI Overviews now sit between your business and the customer who used to just Google you.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E0E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~800M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weekly active users, more than doubling in 8 months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23317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606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B6F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834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0" y="3657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Google searches now show an AI Overview instead of classic links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3317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26060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2A8E0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28346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5–16x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21040" y="36576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rate for visitors who arrive via AI-driven search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14172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0916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Meanwhile, organic click-through rates fall as much as 61% on searches where an AI Overview appears — the customer gets an answer without ever clicking through.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— AI Visibility Partnership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now, we don't know if AI recommends you — or your competitor.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2A8E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29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happening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mentioned when AI is asked for “best [category] in [city/niche]”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 gets cited in your place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data (schema) for AI systems to read reliably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business info across the web AI models draw from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03520" cy="2880360"/>
          </a:xfrm>
          <a:prstGeom prst="roundRect">
            <a:avLst>
              <a:gd name="adj" fmla="val 2540"/>
            </a:avLst>
          </a:prstGeom>
          <a:solidFill>
            <a:srgbClr val="14172B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1031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029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you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514600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go to whichever business the AI happens to name first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paid SEO investment loses value as fewer clicks reach your site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movers build a citation advantage that compounds over time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of invisibility is a month your competitor is winning by default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— AI Visibility Partnership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partner. Three layers of visibility.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86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2A8E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how your business shows up across ChatGPT, Perplexity, Gemini, and Google AI Overviews — benchmarked against your real competitors.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286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5FE0E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4747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 the technical and content gaps: schema markup, structured data, and answer-first content so AI systems can find and cite you.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286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C9B6F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347472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re-run your audit monthly and adjust strategy as AI platforms change how they source and cite answers.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— AI Visibility Partnership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025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2A8E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8196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Audit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185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0" y="1819656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15–20 real customer questions through 4 AI platforms; benchmark you against named competitors.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BF7EC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3172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FE0E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990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Foundation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355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0" y="2990088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schema markup, entity clarity, and site structure fixes so AI can crawl and parse your content.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8736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343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9B6F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Citations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4526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0" y="4160520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or write answer-first content and build genuine third-party mentions AI models draw from.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FBF7EC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55138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B8F0D8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330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 Report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5696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Ongoing, monthly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0" y="5330952"/>
            <a:ext cx="7040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audit, track citation movement, and send a plain-language update every month.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— AI Visibility Partnership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actually 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2A8E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Visibility Audit Report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real AI answers, not a vague score.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9659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E0E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240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&amp; Technical Fixes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implemented directly on your site.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19659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B6F2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2402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Content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788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answer-first pieces per month, written and published.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605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B8F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Visibility Dashboard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 across ChatGPT, Gemini, Perplexity, Google.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41605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2A8E0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Benchmark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4983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you stand against named competitors.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3816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41605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5FE0E0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434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Access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49834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work with us directly — no black box, no junior hand-off.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— AI Visibility Partnership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built to scale with proof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Audit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$750</a:t>
            </a:r>
            <a:pPr indent="0" marL="0">
              <a:buNone/>
            </a:pPr>
            <a:r>
              <a:rPr lang="en-US" sz="1200" dirty="0">
                <a:solidFill>
                  <a:srgbClr val="82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one-time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297180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17520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4-platform AI audit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benchmark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recommendations report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48–72 hr delivery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14172B"/>
          </a:solidFill>
          <a:ln w="12700">
            <a:solidFill>
              <a:srgbClr val="14172B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80660" y="118872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5FE0E0"/>
          </a:solidFill>
          <a:ln/>
        </p:spPr>
      </p:sp>
      <p:sp>
        <p:nvSpPr>
          <p:cNvPr id="11" name="Text 9"/>
          <p:cNvSpPr/>
          <p:nvPr/>
        </p:nvSpPr>
        <p:spPr>
          <a:xfrm>
            <a:off x="5280660" y="11887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17720" y="1645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</a:t>
            </a:r>
            <a:pPr indent="0" marL="0">
              <a:buNone/>
            </a:pPr>
            <a:r>
              <a:rPr lang="en-US" sz="1200" dirty="0">
                <a:solidFill>
                  <a:srgbClr val="B9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month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617720" y="2651760"/>
            <a:ext cx="2971800" cy="0"/>
          </a:xfrm>
          <a:prstGeom prst="line">
            <a:avLst/>
          </a:prstGeom>
          <a:noFill/>
          <a:ln w="12700">
            <a:solidFill>
              <a:srgbClr val="3337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834640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Audit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technical implementation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optimized content pieces/mo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visibility re-audit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520440" cy="4709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1828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1945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$2,800</a:t>
            </a:r>
            <a:pPr indent="0" marL="0">
              <a:buNone/>
            </a:pPr>
            <a:r>
              <a:rPr lang="en-US" sz="1200" dirty="0">
                <a:solidFill>
                  <a:srgbClr val="82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 month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12480" y="2834640"/>
            <a:ext cx="2971800" cy="0"/>
          </a:xfrm>
          <a:prstGeom prst="line">
            <a:avLst/>
          </a:prstGeom>
          <a:noFill/>
          <a:ln w="12700">
            <a:solidFill>
              <a:srgbClr val="E4E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017520"/>
            <a:ext cx="2971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content pieces/mo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&amp; digital PR building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✓"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&amp; strategy calls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— AI Visibility Partnership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ask you to trust us blind.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E4E1D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25146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2A8E0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315468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“See the Gap, or Don’t Pay”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34440" y="39319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our initial audit doesn't surface clear, specific visibility gaps versus your named competitors, the audit is free — no charge, no hard feelings.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2103120"/>
            <a:ext cx="525780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5875">
            <a:solidFill>
              <a:srgbClr val="E4E1D6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0" y="251460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F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315468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Work Until It Moves”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0" y="39319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monthly retainer: if your AI citation rate shows no measurable improvement after 90 days, we keep working at no additional charge until it does.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— AI Visibility Partnership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4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differently on purpose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A8E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technical depth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and run the audits ourselves — programmatically querying ChatGPT, Perplexity, Gemini, and Google — not reselling someone else's dashboard with our logo on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29000" cy="3063240"/>
          </a:xfrm>
          <a:prstGeom prst="roundRect">
            <a:avLst>
              <a:gd name="adj" fmla="val 2985"/>
            </a:avLst>
          </a:prstGeom>
          <a:solidFill>
            <a:srgbClr val="14172B"/>
          </a:solidFill>
          <a:ln w="12700">
            <a:solidFill>
              <a:srgbClr val="14172B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194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5FE0E0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attention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3832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isn't handed to a junior team. You work directly with the person doing the strategy and the implementation.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290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4E1D6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21945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C9B6F2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8803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Radical transparency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3832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actual AI answers we tested — real screenshots, real questions — not an opaque “visibility score” with no evidence behind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— AI Visibility Partnership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" cy="237744"/>
          </a:xfrm>
          <a:prstGeom prst="roundRect">
            <a:avLst>
              <a:gd name="adj" fmla="val 16000"/>
            </a:avLst>
          </a:prstGeom>
          <a:solidFill>
            <a:srgbClr val="1417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find out if you're visible.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15-minute AI Visibility Snapshot — we'll run 3 real customer questions through ChatGPT and Google live, on your business, right now.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3749040"/>
            <a:ext cx="3840480" cy="594360"/>
          </a:xfrm>
          <a:prstGeom prst="roundRect">
            <a:avLst>
              <a:gd name="adj" fmla="val 49231"/>
            </a:avLst>
          </a:prstGeom>
          <a:solidFill>
            <a:srgbClr val="14172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37490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FREE SNAPSHOT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[your.email@domain.com]   ·   [phone number]   ·   [website]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zenith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2026-09-15T15:11:51Z</dcterms:created>
  <dcterms:modified xsi:type="dcterms:W3CDTF">2026-09-15T15:11:51Z</dcterms:modified>
</cp:coreProperties>
</file>